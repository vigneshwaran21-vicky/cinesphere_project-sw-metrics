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Welcome evaluators to Review 2. I am Member 1. We begin by presenting our response to Review 1 feedback and setting the scope for 50%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Explaining the component architecture and data flow between UI, PHP controllers, and MySQL data access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2):</a:t>
            </a:r>
          </a:p>
          <a:p>
            <a:r>
              <a:t>Member 2 presenting the 4 system modules and confirming our 50% implementation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Member 3 presenting empirical metrics data measured at the 50% implementation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Demonstrating how software metrics actively guided our code refactoring during Sprint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Member 1 presenting database metrics optimization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2):</a:t>
            </a:r>
          </a:p>
          <a:p>
            <a:r>
              <a:t>Member 2 explaining Jenkins pipeline execution and Sprint 2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Member 3 concluding Review 2 and setting targets for Review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CineSphere: Agile-Based Movie Recommendation System</a:t>
            </a:r>
          </a:p>
          <a:p>
            <a:pPr>
              <a:spcBef>
                <a:spcPts val="1400"/>
              </a:spcBef>
              <a:defRPr sz="2600" b="1">
                <a:solidFill>
                  <a:srgbClr val="0EA5E9"/>
                </a:solidFill>
              </a:defRPr>
            </a:pPr>
            <a:r>
              <a:t>Review 2 Presentation (10 Marks)</a:t>
            </a:r>
          </a:p>
          <a:p>
            <a:pPr>
              <a:spcBef>
                <a:spcPts val="1000"/>
              </a:spcBef>
              <a:defRPr sz="1600">
                <a:solidFill>
                  <a:srgbClr val="E2E8F0"/>
                </a:solidFill>
              </a:defRPr>
            </a:pPr>
            <a:r>
              <a:t>Design Methodology, Architecture, Module Descriptions &amp; 50% Implementation Metrics (Team of 3)</a:t>
            </a:r>
          </a:p>
          <a:p>
            <a:pPr>
              <a:spcBef>
                <a:spcPts val="2400"/>
              </a:spcBef>
              <a:defRPr sz="1400" b="1">
                <a:solidFill>
                  <a:srgbClr val="F59E0B"/>
                </a:solidFill>
              </a:defRPr>
            </a:pPr>
            <a:r>
              <a:t>Course: Software Metrics  |  Team of 3 Members (Member 1, Member 2, Member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Review 1 Feedback &amp; Review 2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2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Enforced strict function complexity threshold V(G) &lt;= 10 across all PHP backend scripts.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Added B-Tree database indexes to eliminate full table scans during movie search and review lookups.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Configured PHPUnit and Xdebug environment for continuous code coverage reporting in Jenkins.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Action Taken on Review 1 Evaluator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Detailed Design Methodology &amp; Architecture (Component, ER, Sequence Diagrams).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Module Descriptions (User Auth, Movie Engine, Reviews, Watchlist).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50% Implementation Progress &amp; Intermediate Software Metrics Measurement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Review 2 Focus &amp; Deliverables (10 Marks)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Component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2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Frontend Presentation Layer: Modular web interfaces (index.html, movie-details.html, profile.html, admin.html).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Backend Service Controller Layer: PHP scripts (auth.php, movies.php, reviews.php, watchlist.php).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Data Access Layer: MySQL Database wrapper (db.php) managing prepared statements and connection pooling.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Detailed Component Layering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GitHub Repo → Jenkins Webhook → Static Code Profiling → Unit Testing → AWS EC2 Staging.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Continuous Integration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Descriptions &amp; 50% Implementation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2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Module 1: User Authentication &amp; Session Management (100% Completed)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   ▪  Registration, password hashing, session management, account verification (verify.php), and password reset.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Module 2: Movie Catalog &amp; Search Engine (100% Completed)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   ▪  Dynamic catalog rendering, genre search, rating filter, and TMDB API fallback (tmdb_config.php).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Module 3: Review &amp; Rating Engine (50% Completed)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   ▪  User rating submission, review posting, and average rating calculation (reviews.php).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Module 4: Watchlist &amp; Admin Catalog Panel (50% Completed)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   ▪  Watchlist additions (watchlist.php) and Admin management portal (admin.html).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Intermediate Software Metrics Measurement (50% Stage)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2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Software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Target Benchmark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Current Value (50% Stage)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Validation 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Status / Refactoring 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Lines of Code (LOC)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&lt; 2,500 LLOC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1,450 LLOC (Backend + DB)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PHPLOC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On Track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Cyclomatic Complexity V(G)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Avg V(G) &lt;= 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Avg V(G) = 6.2 (Max: 14 in auth.php)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PHP_CodeSniffer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Refactored auth.php down to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Maintainability Index (MI)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&gt; 80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78.4 Score (Good)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PHP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Improved via function modularization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Database Query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&lt; 50 ms latency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18 ms average execution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MySQL EXPLAIN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Optimal with B-Tree indexes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Performance (Page Load)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&lt; 2.0 sec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1.35 sec average load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Lighthouse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Pass (CSS/JS minification)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Defect Density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&lt; 2.0 / KLOC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1.38 defects / KLOC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GitHub Tracker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 minor defects identified &amp; fixed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Code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&gt; 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52% Line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PHPUnit + Xdebug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Expanding test suite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Code Quality Refactoring Case Study: auth.php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2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Initial static analysis flagged auth.php with Cyclomatic Complexity V(G) = 14 due to deeply nested logic.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Local Maintainability Index dropped to 68 (Yellow / Risk zone).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Problem Identified by Metrics 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Extracted input validation, hashing, and mail notification into modular helper functions in SmtpMailer.php and db.php.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Result: V(G) reduced from 14 to 5. Local Maintainability Index increased from 68 to 84 (Green zone).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Refactoring Solution &amp; Quantitative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 Metrics &amp; Query Profiling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2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Unindexed Query: SELECT * FROM reviews WHERE movie_id = X examined 45 rows (full table scan).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Optimized Query: Created composite index (movie_id, user_id). Examined rows reduced from 45 down to 1.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Average execution latency decreased from 42ms to 8ms.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Query Execution Profiling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Index Hit Ratio achieved 96.4%, satisfying DB performance targets.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Database Metrics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Jenkins CI/CD Build &amp; Automated Profiling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2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Stage 1: Git Checkout &amp; Code Linting.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Stage 2: Static Analysis (PHPLOC &amp; PHP_CodeSniffer for LOC and V(G)).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Stage 3: PHPUnit Automated Execution &amp; Xdebug Coverage generation.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Stage 4: Automated Push to AWS EC2 Staging Web Root.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Automated Jenkins Pipeline Stages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50% implementation delivered with working core modules and automated quality 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Agile Sprint 2 Retrospective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Review 2 Summary &amp; Roadmap for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2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✓ 50% implementation completed across Auth, Search, and Review modules.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✓ Baseline metrics recorded and code refactoring executed.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✓ Jenkins pipeline active and reporting build metrics.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Achievements at Review 2 Milestone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Complete remaining 50% (Watchlist, Admin Panel, TMDB Fallback).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Increase unit test coverage from 52% to &gt;80%.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Perform final AWS cloud deployment and stress load testing.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Roadmap for Final Review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