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Respected evaluators, welcome to Review 3. I am Member 1. We present our 100% completed project and final software metrics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Detailing our cloud infrastructure setup on AWS EC2.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Member 2 presenting the full 100% module implementation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Member 3 presenting our final Software Metrics benchmark table! This table proves the progress from targets to 50% to final 100%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Deep dive into performance profiling and stress load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Member 1 explaining how we fulfilled all literature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(All 3 Members):</a:t>
            </a:r>
          </a:p>
          <a:p>
            <a:r>
              <a:t>All 3 members concluding the presentation and inviting evaluators'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CineSphere: Agile-Based Movie Recommendation System</a:t>
            </a:r>
          </a:p>
          <a:p>
            <a:pPr>
              <a:spcBef>
                <a:spcPts val="1400"/>
              </a:spcBef>
              <a:defRPr sz="2600" b="1">
                <a:solidFill>
                  <a:srgbClr val="0EA5E9"/>
                </a:solidFill>
              </a:defRPr>
            </a:pPr>
            <a:r>
              <a:t>Review 3 Presentation (15 Marks)</a:t>
            </a:r>
          </a:p>
          <a:p>
            <a:pPr>
              <a:spcBef>
                <a:spcPts val="1000"/>
              </a:spcBef>
              <a:defRPr sz="1600">
                <a:solidFill>
                  <a:srgbClr val="E2E8F0"/>
                </a:solidFill>
              </a:defRPr>
            </a:pPr>
            <a:r>
              <a:t>Full Project Demonstration, 100% Implementation, Final Metrics &amp; Cloud Deployment (Team of 3)</a:t>
            </a:r>
          </a:p>
          <a:p>
            <a:pPr>
              <a:spcBef>
                <a:spcPts val="2400"/>
              </a:spcBef>
              <a:defRPr sz="1400" b="1">
                <a:solidFill>
                  <a:srgbClr val="F59E0B"/>
                </a:solidFill>
              </a:defRPr>
            </a:pPr>
            <a:r>
              <a:t>Course: Software Metrics  |  Team of 3 Members (Member 1, Member 2, Member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 3 Overview &amp; 100% Implementation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CineSphere is fully implemented, fully tested, and live-deployed on AWS EC2 Cloud.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All 4 modules (Auth, Movie Engine, Reviews &amp; Ratings, Watchlist/Admin) are 100% operational.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Automated Jenkins CI/CD pipeline successfully builds, tests, profiles, and deploys every commit.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100% Project Completion Deliverables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Full System Demonstration &amp; End-to-End User Flow Walkthrough.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Final Comprehensive Software Metrics Evaluation across all 7 metric domains.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AWS Cloud Deployment, Load Testing, and Literature Gap Fulfillment.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Review 3 Focus Areas (15 Marks)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AWS Cloud Infrastructure &amp; Deployment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Cloud Platform: AWS EC2 t2.micro instance running Ubuntu Server 22.04 LTS.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Web Stack: Apache2 HTTP Server + PHP 8.1 FPM runtime.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Database Hosting: Secured MySQL 8.0 Database Server with automated backup scripts.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Network &amp; Security: Configured Security Groups allowing HTTP (Port 80) and HTTPS (Port 443).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Cloud Deployment Specifications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GitHub Webhook → Jenkins Pipeline → Metric Verification → Live Web Root 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Full Module Implementation Matrix (100% Complete)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Implemented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Key 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User / System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User Auth &amp;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Register, Login, Email Verify, Password Reset, Profile Edit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auth.php, profile.html, SmtpMailer.php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Secure authentication &amp; session persistence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Movie Recommendation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Genre search, TMDB dynamic integration, top rated 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movies.php, index.html, movie-details.html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Instant movie discovery &amp; metadata rendering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Review &amp; Rating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Post reviews, star ratings, edit/delete reviews, average rating calculation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reviews.php, movie-details.html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Interactive community feedback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Watchlist &amp; Admin Panel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Add/remove watchlist, user management, movie catalog CRUD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watchlist.php, admin.html, admin.php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Personalized watchlist &amp; full admin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Final Software Metrics Benchmark (All 7 Metrics)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Software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Review 1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Review 2 (50%)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Final Result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Validation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Final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 Lines of Code (LOC)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2,500 LLOC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1,450 LLOC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2,180 LLOC (3,420 PLOC)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Optimized &amp; Modular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 Cyclomatic Complexity V(G)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Avg V(G) &lt;=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Avg V(G) = 6.2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Avg V(G) = 4.8 (Max: 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PHP_CodeSniffer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Low Risk Control Logic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3. Maintainability Index (MI)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&gt; 80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78.4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85.2 Score (Green Zone)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High Maintainability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4. Database Metrics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30 ms query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18 ms avg query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11.4 ms avg query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MySQL EXPLAIN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98% Index Hit Ratio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5. Performance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1.5 sec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1.35 sec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0.85 sec page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Lighthouse / ApacheBench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220 req/sec throughput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6. Defect Density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2.0 /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1.38 /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0.45 defects /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GitHub Issue Tracker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 bug in 2.18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7. Code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&gt; 80%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52%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84.6% Line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PHPUnit + Xdebug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Target Exceeded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 Dive: System Performance &amp; Stress Load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Command: ab -n 5000 -c 50 http://ec2-instance-ip/index.html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Throughput Achieved: 220.4 requests/second under 50 concurrent simulated users.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Zero failed requests; 99% of requests served within 240ms.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ApacheBench Concurrent Stress Test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Performance: 96/100 | Accessibility: 98/100 | Best Practices: 100/100 | SEO: 95/100.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Google Lighthouse Audit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Gap Fulfillment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1. Consolidated Quality Dashboard: Integrated static complexity, DB metrics, load speed, and code coverage into one model.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2. Continuous Automated Pipeline: Shifted metrics evaluation from post-hoc manual checks to continuous automated CI/CD builds.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3. Open Web Stack Benchmark: Delivered an empirical metrics baseline for modern PHP/MySQL web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How CineSphere Resolved Literature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Continuous metrics monitoring reduced post-release defect density by over 70% compared to traditional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Agile Retrospective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Conclusion, Future Work &amp; Panel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All 3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3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CineSphere successfully deployed on AWS EC2 Cloud with 100% working feature set.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Exceeded all Software Metrics quality goals (MI 85.2, Coverage 84.6%, DB Latency 11.4ms, Defect Density 0.45/KLOC).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Final Project Conclusions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Integrate Machine Learning collaborative filtering algorithms.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Migrate to microservices architecture with containerized Docker monitoring via Prometheus and Grafana.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4418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We welcome questions from the panel of evaluators.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